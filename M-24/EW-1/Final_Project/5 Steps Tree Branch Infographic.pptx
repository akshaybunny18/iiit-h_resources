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2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7E09"/>
    <a:srgbClr val="00BD9C"/>
    <a:srgbClr val="4DDEE9"/>
    <a:srgbClr val="BEFF05"/>
    <a:srgbClr val="32D9E6"/>
    <a:srgbClr val="FF5050"/>
    <a:srgbClr val="FF8B8B"/>
    <a:srgbClr val="FCC501"/>
    <a:srgbClr val="52C947"/>
    <a:srgbClr val="18B6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20" autoAdjust="0"/>
  </p:normalViewPr>
  <p:slideViewPr>
    <p:cSldViewPr snapToGrid="0">
      <p:cViewPr varScale="1">
        <p:scale>
          <a:sx n="73" d="100"/>
          <a:sy n="73" d="100"/>
        </p:scale>
        <p:origin x="404" y="-5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5DFC2-41A0-4B64-A87B-00C5AB2157F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6C2FD-73B8-4863-B2E2-16113EE29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992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© Copyright  www.free-ppt-templates-download.com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6C2FD-73B8-4863-B2E2-16113EE29E0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398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© Copyright  www.free-ppt-templates-download.com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6C2FD-73B8-4863-B2E2-16113EE29E0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527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98ED6-A5CE-4189-8EE9-75B33B087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F0F45-D0BD-479E-9FE7-F85F3341C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50D9E-D68C-418E-8F81-E2E525FA2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B9A8-D7F6-48FA-AA5D-93D99ACEA555}" type="datetime1">
              <a:rPr lang="en-IN" smtClean="0"/>
              <a:t>13-11-2024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4FFE3-668B-4D58-954E-266D5449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7D15752E-46FD-4782-BFF1-72CA35D6E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21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www.</a:t>
            </a:r>
            <a:r>
              <a:rPr lang="en-IN" dirty="0"/>
              <a:t> free-ppt-templates-download.com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323BDEC-3ED7-49A7-8354-20967E4CD26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059007" y="3220306"/>
            <a:ext cx="5650523" cy="417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© Copyright  www.free-ppt-templates-download.com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30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559D-D578-44BD-8793-CA58B420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BDBD6-9D0B-49A3-8610-0CF39A406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A3554-5409-4DA0-A7C0-DD78BC34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FA26-916F-4040-99EE-AC87D0F6ACEA}" type="datetime1">
              <a:rPr lang="en-IN" smtClean="0"/>
              <a:t>13-11-2024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07A40-239A-4D12-9ED1-6738F55A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10AF7345-0CEE-463E-B48B-DED828087A65}"/>
              </a:ext>
            </a:extLst>
          </p:cNvPr>
          <p:cNvSpPr txBox="1">
            <a:spLocks/>
          </p:cNvSpPr>
          <p:nvPr userDrawn="1"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b="1" i="0" kern="1200" dirty="0">
                <a:solidFill>
                  <a:schemeClr val="tx1">
                    <a:tint val="75000"/>
                  </a:schemeClr>
                </a:solidFill>
                <a:effectLst/>
                <a:latin typeface="Economica" panose="02000506040000020004" pitchFamily="2" charset="0"/>
                <a:ea typeface="+mn-ea"/>
                <a:cs typeface="+mn-cs"/>
              </a:rPr>
              <a:t>www.free-ppt-templates-download.com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07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F838-ED20-4521-834B-036D3A6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E7D44-2505-47E8-B023-AF04EF5A1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6BEA9-8660-4FCE-9E24-5AEF310E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FB89-3DFF-4726-B4EC-06DF2849D21E}" type="datetime1">
              <a:rPr lang="en-IN" smtClean="0"/>
              <a:t>13-11-2024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403C5-9282-400E-A466-07DCCF5D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7BF459AA-BF66-4B98-B5F9-1BA73A66D7A9}"/>
              </a:ext>
            </a:extLst>
          </p:cNvPr>
          <p:cNvSpPr txBox="1">
            <a:spLocks/>
          </p:cNvSpPr>
          <p:nvPr userDrawn="1"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www.</a:t>
            </a:r>
            <a:r>
              <a:rPr lang="en-IN" sz="1400" b="1" i="0" kern="1200" dirty="0">
                <a:solidFill>
                  <a:schemeClr val="tx1">
                    <a:tint val="75000"/>
                  </a:schemeClr>
                </a:solidFill>
                <a:effectLst/>
                <a:latin typeface="Economica" panose="02000506040000020004" pitchFamily="2" charset="0"/>
                <a:ea typeface="+mn-ea"/>
                <a:cs typeface="+mn-cs"/>
              </a:rPr>
              <a:t> free-ppt-templates-download.com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746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A954-80F1-4939-88FD-E70BFB91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53046-D045-4F2E-A167-F92329891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D7755-1BEA-455E-A20F-F2DE09DC6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E12A0-9FE2-48EE-B266-D87E77C03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5C81-D983-402C-9852-0522EF65CE32}" type="datetime1">
              <a:rPr lang="en-IN" smtClean="0"/>
              <a:t>13-11-2024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5845E-9140-476A-A4D1-5718EE20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A427DCD7-A5B8-477B-B4BC-918263CD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www.</a:t>
            </a:r>
            <a:r>
              <a:rPr lang="en-IN" dirty="0"/>
              <a:t> free-ppt-templates-download.com</a:t>
            </a:r>
          </a:p>
        </p:txBody>
      </p:sp>
    </p:spTree>
    <p:extLst>
      <p:ext uri="{BB962C8B-B14F-4D97-AF65-F5344CB8AC3E}">
        <p14:creationId xmlns:p14="http://schemas.microsoft.com/office/powerpoint/2010/main" val="2922845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8E47-A85B-4EAA-B7B8-D828B1804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DA3A6-0A23-4FC5-A3EB-01771D3BE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64197-F04D-4446-8ED5-731F53296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08BA2-02C3-4355-9BFC-FC992BC98A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73CEF-BD82-4450-AA05-4F0B2D0E4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00AA21-5C08-46F0-B6D4-B15182A3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FB32-8D78-4FF7-8E7B-336B7AFD0A42}" type="datetime1">
              <a:rPr lang="en-IN" smtClean="0"/>
              <a:t>13-11-2024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A89C9-B973-4A47-B771-4F0DE0BCA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B02A19C-371F-41FF-9752-F5A991CD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www.</a:t>
            </a:r>
            <a:r>
              <a:rPr lang="en-IN" dirty="0"/>
              <a:t> free-ppt-templates-download.com</a:t>
            </a:r>
          </a:p>
        </p:txBody>
      </p:sp>
    </p:spTree>
    <p:extLst>
      <p:ext uri="{BB962C8B-B14F-4D97-AF65-F5344CB8AC3E}">
        <p14:creationId xmlns:p14="http://schemas.microsoft.com/office/powerpoint/2010/main" val="3105769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A570-BC68-4458-BCC7-A05B289D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A70F0-EBB5-4B98-9E4A-A80FC3E8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B1AA-189B-4B5D-9609-994B6A61D7B0}" type="datetime1">
              <a:rPr lang="en-IN" smtClean="0"/>
              <a:t>13-11-2024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B1C2B-415D-4B79-9503-AAC970E1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AEC89A28-BD6C-4F56-881D-5F49210F7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www.</a:t>
            </a:r>
            <a:r>
              <a:rPr lang="en-IN" dirty="0"/>
              <a:t> free-ppt-templates-download.com</a:t>
            </a:r>
          </a:p>
        </p:txBody>
      </p:sp>
    </p:spTree>
    <p:extLst>
      <p:ext uri="{BB962C8B-B14F-4D97-AF65-F5344CB8AC3E}">
        <p14:creationId xmlns:p14="http://schemas.microsoft.com/office/powerpoint/2010/main" val="199633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0452F0-F408-4EED-B93C-B896FD6F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88C0-30EF-4869-A317-F764287A134A}" type="datetime1">
              <a:rPr lang="en-IN" smtClean="0"/>
              <a:t>13-11-2024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87039-F534-43C0-A2DF-4A7E7B0B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0F4FFA30-DA55-4E2C-A12B-9055992A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www.</a:t>
            </a:r>
            <a:r>
              <a:rPr lang="en-IN" dirty="0"/>
              <a:t> free-ppt-templates-download.com</a:t>
            </a:r>
          </a:p>
        </p:txBody>
      </p:sp>
    </p:spTree>
    <p:extLst>
      <p:ext uri="{BB962C8B-B14F-4D97-AF65-F5344CB8AC3E}">
        <p14:creationId xmlns:p14="http://schemas.microsoft.com/office/powerpoint/2010/main" val="32544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3E8E-B0AA-4D9C-B0A4-4876A5165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B9F83-C33A-461E-807F-5DEEC6729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43311-612D-4F79-B8C8-F95A82A9E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C3249-42BF-4350-ADE8-15CA7F276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7F13-959D-440D-B225-685EFA655C10}" type="datetime1">
              <a:rPr lang="en-IN" smtClean="0"/>
              <a:t>13-11-2024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FBCAD-BC63-4EAF-8940-2BE9378F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00790923-8F8E-452D-8E83-DA2A5299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www.</a:t>
            </a:r>
            <a:r>
              <a:rPr lang="en-IN" dirty="0"/>
              <a:t> free-ppt-templates-download.com</a:t>
            </a:r>
          </a:p>
        </p:txBody>
      </p:sp>
    </p:spTree>
    <p:extLst>
      <p:ext uri="{BB962C8B-B14F-4D97-AF65-F5344CB8AC3E}">
        <p14:creationId xmlns:p14="http://schemas.microsoft.com/office/powerpoint/2010/main" val="32298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A7B5F-5279-4B00-AD72-FC6C0C009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AA0E2F-DAC9-41B1-8DA7-CE2C114BD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36919-DB0E-4A99-9DA2-F1F26C62A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DD0F9-C789-4486-B662-EB189A24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E070-1DB9-48C3-A639-4287C4BCD695}" type="datetime1">
              <a:rPr lang="en-IN" smtClean="0"/>
              <a:t>13-11-2024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B09DB-2070-437C-ACDA-ED1EEB28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B63CE1BC-A4C0-4648-A3BF-9429C202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50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www.</a:t>
            </a:r>
            <a:r>
              <a:rPr lang="en-IN" dirty="0"/>
              <a:t> free-ppt-templates-download.com</a:t>
            </a:r>
          </a:p>
        </p:txBody>
      </p:sp>
    </p:spTree>
    <p:extLst>
      <p:ext uri="{BB962C8B-B14F-4D97-AF65-F5344CB8AC3E}">
        <p14:creationId xmlns:p14="http://schemas.microsoft.com/office/powerpoint/2010/main" val="6861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0E81-36CD-483E-B3B2-F64F3037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EB124-BD08-46AE-873B-3CDFFE810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37E46-0A04-4EC4-A98A-2E7E283D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039E-9AF3-44EE-A6C8-2C82C2B4EDA0}" type="datetime1">
              <a:rPr lang="en-IN" smtClean="0"/>
              <a:t>13-11-2024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4D8FB-9FB0-443B-8083-D6FA1629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BB79915F-44D9-4F7A-AA41-67812F0B6BEC}"/>
              </a:ext>
            </a:extLst>
          </p:cNvPr>
          <p:cNvSpPr txBox="1">
            <a:spLocks/>
          </p:cNvSpPr>
          <p:nvPr userDrawn="1"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www.</a:t>
            </a:r>
            <a:r>
              <a:rPr lang="en-IN" sz="1400" b="1" i="0" kern="1200" dirty="0">
                <a:solidFill>
                  <a:schemeClr val="tx1">
                    <a:tint val="75000"/>
                  </a:schemeClr>
                </a:solidFill>
                <a:effectLst/>
                <a:latin typeface="Economica" panose="02000506040000020004" pitchFamily="2" charset="0"/>
                <a:ea typeface="+mn-ea"/>
                <a:cs typeface="+mn-cs"/>
              </a:rPr>
              <a:t> free-ppt-templates-download.com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133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5C763-C31F-4491-B74F-05E18D6EE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2DC39-F8E4-4B40-8BF6-2B65BE100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C2880-DA89-450D-917E-7BEE1C44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C548-3332-4F86-AA80-C340688F18AF}" type="datetime1">
              <a:rPr lang="en-IN" smtClean="0"/>
              <a:t>13-11-2024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AD4B4-58CE-4A7F-8F48-B6988F60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9C28F5E3-17AC-444E-BF2A-C58D10C139CD}"/>
              </a:ext>
            </a:extLst>
          </p:cNvPr>
          <p:cNvSpPr txBox="1">
            <a:spLocks/>
          </p:cNvSpPr>
          <p:nvPr userDrawn="1"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www.</a:t>
            </a:r>
            <a:r>
              <a:rPr lang="en-IN" sz="1400" b="1" i="0" kern="1200" dirty="0">
                <a:solidFill>
                  <a:schemeClr val="tx1">
                    <a:tint val="75000"/>
                  </a:schemeClr>
                </a:solidFill>
                <a:effectLst/>
                <a:latin typeface="Economica" panose="02000506040000020004" pitchFamily="2" charset="0"/>
                <a:ea typeface="+mn-ea"/>
                <a:cs typeface="+mn-cs"/>
              </a:rPr>
              <a:t> free-ppt-templates-download.com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35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01A8A-F959-4549-B11A-171C3100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CD7C0-37B6-4189-9ACD-C6C863109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A5450-7EE8-4056-9D76-1F1DD9115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0B695-DB94-4B65-A974-B656D03A7C7A}" type="datetime1">
              <a:rPr lang="en-IN" smtClean="0"/>
              <a:t>13-11-2024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75964-07BC-4781-8BF0-46B6C274D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BAD81-D793-4BAA-B0F0-1DA1837B65B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7D15752E-46FD-4782-BFF1-72CA35D6E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www.</a:t>
            </a:r>
            <a:r>
              <a:rPr lang="en-IN"/>
              <a:t> free-ppt-templates-download.com</a:t>
            </a:r>
            <a:endParaRPr lang="en-IN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8368137-01AE-46BA-B005-561DB368B0FB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195229" y="3220305"/>
            <a:ext cx="5376863" cy="417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+mn-lt"/>
              </a:rPr>
              <a:t>© Copyright  www.free-ppt-templates-download.com</a:t>
            </a:r>
            <a:endParaRPr lang="en-IN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1392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FCCCDF07-AC7D-471E-9DAF-984E936E3ED2}"/>
              </a:ext>
            </a:extLst>
          </p:cNvPr>
          <p:cNvSpPr txBox="1"/>
          <p:nvPr/>
        </p:nvSpPr>
        <p:spPr>
          <a:xfrm>
            <a:off x="2612079" y="333828"/>
            <a:ext cx="6967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latin typeface="Tw Cen MT" panose="020B06020201040206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Five Steps Tree Branch Infographic</a:t>
            </a:r>
          </a:p>
        </p:txBody>
      </p: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1AAAD4EE-241D-4854-9ED6-C5A2F7CD5515}"/>
              </a:ext>
            </a:extLst>
          </p:cNvPr>
          <p:cNvSpPr txBox="1">
            <a:spLocks/>
          </p:cNvSpPr>
          <p:nvPr/>
        </p:nvSpPr>
        <p:spPr>
          <a:xfrm>
            <a:off x="3612034" y="6362534"/>
            <a:ext cx="4967932" cy="41739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+mn-lt"/>
              </a:rPr>
              <a:t>www.free-ppt-templates-download.com</a:t>
            </a:r>
            <a:endParaRPr lang="en-IN" sz="2000" b="1" dirty="0">
              <a:latin typeface="+mn-lt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50D70B5-B5BE-4C35-80BA-71135511B8D0}"/>
              </a:ext>
            </a:extLst>
          </p:cNvPr>
          <p:cNvGrpSpPr/>
          <p:nvPr/>
        </p:nvGrpSpPr>
        <p:grpSpPr>
          <a:xfrm>
            <a:off x="3106900" y="1116096"/>
            <a:ext cx="5978200" cy="5048945"/>
            <a:chOff x="2428682" y="465447"/>
            <a:chExt cx="7354320" cy="5999747"/>
          </a:xfrm>
        </p:grpSpPr>
        <p:sp>
          <p:nvSpPr>
            <p:cNvPr id="40" name="Trapezoid 39">
              <a:extLst>
                <a:ext uri="{FF2B5EF4-FFF2-40B4-BE49-F238E27FC236}">
                  <a16:creationId xmlns:a16="http://schemas.microsoft.com/office/drawing/2014/main" id="{2A859AA1-921D-45B7-859D-38BF71FD8947}"/>
                </a:ext>
              </a:extLst>
            </p:cNvPr>
            <p:cNvSpPr/>
            <p:nvPr/>
          </p:nvSpPr>
          <p:spPr>
            <a:xfrm flipV="1">
              <a:off x="5194479" y="5463908"/>
              <a:ext cx="1803042" cy="1001286"/>
            </a:xfrm>
            <a:prstGeom prst="trapezoid">
              <a:avLst/>
            </a:prstGeom>
            <a:gradFill flip="none" rotWithShape="1">
              <a:gsLst>
                <a:gs pos="0">
                  <a:srgbClr val="0099CC"/>
                </a:gs>
                <a:gs pos="55000">
                  <a:srgbClr val="863A86"/>
                </a:gs>
                <a:gs pos="77000">
                  <a:srgbClr val="A7297A"/>
                </a:gs>
                <a:gs pos="29000">
                  <a:srgbClr val="5E5288"/>
                </a:gs>
                <a:gs pos="100000">
                  <a:srgbClr val="EB2143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A68AFA9-7B77-4E20-8242-54F8F37727A3}"/>
                </a:ext>
              </a:extLst>
            </p:cNvPr>
            <p:cNvSpPr/>
            <p:nvPr/>
          </p:nvSpPr>
          <p:spPr>
            <a:xfrm>
              <a:off x="6096000" y="3582033"/>
              <a:ext cx="3166302" cy="2157573"/>
            </a:xfrm>
            <a:custGeom>
              <a:avLst/>
              <a:gdLst>
                <a:gd name="connsiteX0" fmla="*/ 1137652 w 3166302"/>
                <a:gd name="connsiteY0" fmla="*/ 0 h 2157573"/>
                <a:gd name="connsiteX1" fmla="*/ 3099498 w 3166302"/>
                <a:gd name="connsiteY1" fmla="*/ 0 h 2157573"/>
                <a:gd name="connsiteX2" fmla="*/ 3166302 w 3166302"/>
                <a:gd name="connsiteY2" fmla="*/ 3373 h 2157573"/>
                <a:gd name="connsiteX3" fmla="*/ 3166302 w 3166302"/>
                <a:gd name="connsiteY3" fmla="*/ 1023294 h 2157573"/>
                <a:gd name="connsiteX4" fmla="*/ 3099498 w 3166302"/>
                <a:gd name="connsiteY4" fmla="*/ 1019921 h 2157573"/>
                <a:gd name="connsiteX5" fmla="*/ 1137652 w 3166302"/>
                <a:gd name="connsiteY5" fmla="*/ 1019921 h 2157573"/>
                <a:gd name="connsiteX6" fmla="*/ 0 w 3166302"/>
                <a:gd name="connsiteY6" fmla="*/ 2157573 h 2157573"/>
                <a:gd name="connsiteX7" fmla="*/ 0 w 3166302"/>
                <a:gd name="connsiteY7" fmla="*/ 1137652 h 2157573"/>
                <a:gd name="connsiteX8" fmla="*/ 1137652 w 3166302"/>
                <a:gd name="connsiteY8" fmla="*/ 0 h 215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6302" h="2157573">
                  <a:moveTo>
                    <a:pt x="1137652" y="0"/>
                  </a:moveTo>
                  <a:lnTo>
                    <a:pt x="3099498" y="0"/>
                  </a:lnTo>
                  <a:lnTo>
                    <a:pt x="3166302" y="3373"/>
                  </a:lnTo>
                  <a:lnTo>
                    <a:pt x="3166302" y="1023294"/>
                  </a:lnTo>
                  <a:lnTo>
                    <a:pt x="3099498" y="1019921"/>
                  </a:lnTo>
                  <a:lnTo>
                    <a:pt x="1137652" y="1019921"/>
                  </a:lnTo>
                  <a:cubicBezTo>
                    <a:pt x="509344" y="1019921"/>
                    <a:pt x="0" y="1529265"/>
                    <a:pt x="0" y="2157573"/>
                  </a:cubicBezTo>
                  <a:lnTo>
                    <a:pt x="0" y="1137652"/>
                  </a:lnTo>
                  <a:cubicBezTo>
                    <a:pt x="0" y="509344"/>
                    <a:pt x="509344" y="0"/>
                    <a:pt x="1137652" y="0"/>
                  </a:cubicBezTo>
                  <a:close/>
                </a:path>
              </a:pathLst>
            </a:custGeom>
            <a:gradFill>
              <a:gsLst>
                <a:gs pos="5000">
                  <a:srgbClr val="0099CC"/>
                </a:gs>
                <a:gs pos="100000">
                  <a:srgbClr val="17506F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243A401-ADA2-4ED9-A42F-DE8ED3BE348F}"/>
                </a:ext>
              </a:extLst>
            </p:cNvPr>
            <p:cNvSpPr/>
            <p:nvPr/>
          </p:nvSpPr>
          <p:spPr>
            <a:xfrm>
              <a:off x="8751443" y="3582033"/>
              <a:ext cx="1021717" cy="1021717"/>
            </a:xfrm>
            <a:prstGeom prst="ellipse">
              <a:avLst/>
            </a:prstGeom>
            <a:gradFill flip="none" rotWithShape="1">
              <a:gsLst>
                <a:gs pos="26000">
                  <a:srgbClr val="0099CC"/>
                </a:gs>
                <a:gs pos="100000">
                  <a:srgbClr val="17506F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</a:rPr>
                <a:t>01</a:t>
              </a:r>
              <a:endParaRPr lang="en-IN" sz="2800" b="1" dirty="0">
                <a:latin typeface="Tw Cen MT" panose="020B0602020104020603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68D8994-A268-45AF-BFC2-87A0A9E44735}"/>
                </a:ext>
              </a:extLst>
            </p:cNvPr>
            <p:cNvSpPr/>
            <p:nvPr/>
          </p:nvSpPr>
          <p:spPr>
            <a:xfrm flipH="1">
              <a:off x="2939540" y="2802885"/>
              <a:ext cx="3166302" cy="2157573"/>
            </a:xfrm>
            <a:custGeom>
              <a:avLst/>
              <a:gdLst>
                <a:gd name="connsiteX0" fmla="*/ 1137652 w 3166302"/>
                <a:gd name="connsiteY0" fmla="*/ 0 h 2157573"/>
                <a:gd name="connsiteX1" fmla="*/ 3099498 w 3166302"/>
                <a:gd name="connsiteY1" fmla="*/ 0 h 2157573"/>
                <a:gd name="connsiteX2" fmla="*/ 3166302 w 3166302"/>
                <a:gd name="connsiteY2" fmla="*/ 3373 h 2157573"/>
                <a:gd name="connsiteX3" fmla="*/ 3166302 w 3166302"/>
                <a:gd name="connsiteY3" fmla="*/ 1023294 h 2157573"/>
                <a:gd name="connsiteX4" fmla="*/ 3099498 w 3166302"/>
                <a:gd name="connsiteY4" fmla="*/ 1019921 h 2157573"/>
                <a:gd name="connsiteX5" fmla="*/ 1137652 w 3166302"/>
                <a:gd name="connsiteY5" fmla="*/ 1019921 h 2157573"/>
                <a:gd name="connsiteX6" fmla="*/ 0 w 3166302"/>
                <a:gd name="connsiteY6" fmla="*/ 2157573 h 2157573"/>
                <a:gd name="connsiteX7" fmla="*/ 0 w 3166302"/>
                <a:gd name="connsiteY7" fmla="*/ 1137652 h 2157573"/>
                <a:gd name="connsiteX8" fmla="*/ 1137652 w 3166302"/>
                <a:gd name="connsiteY8" fmla="*/ 0 h 215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6302" h="2157573">
                  <a:moveTo>
                    <a:pt x="1137652" y="0"/>
                  </a:moveTo>
                  <a:lnTo>
                    <a:pt x="3099498" y="0"/>
                  </a:lnTo>
                  <a:lnTo>
                    <a:pt x="3166302" y="3373"/>
                  </a:lnTo>
                  <a:lnTo>
                    <a:pt x="3166302" y="1023294"/>
                  </a:lnTo>
                  <a:lnTo>
                    <a:pt x="3099498" y="1019921"/>
                  </a:lnTo>
                  <a:lnTo>
                    <a:pt x="1137652" y="1019921"/>
                  </a:lnTo>
                  <a:cubicBezTo>
                    <a:pt x="509344" y="1019921"/>
                    <a:pt x="0" y="1529265"/>
                    <a:pt x="0" y="2157573"/>
                  </a:cubicBezTo>
                  <a:lnTo>
                    <a:pt x="0" y="1137652"/>
                  </a:lnTo>
                  <a:cubicBezTo>
                    <a:pt x="0" y="509344"/>
                    <a:pt x="509344" y="0"/>
                    <a:pt x="1137652" y="0"/>
                  </a:cubicBezTo>
                  <a:close/>
                </a:path>
              </a:pathLst>
            </a:custGeom>
            <a:gradFill>
              <a:gsLst>
                <a:gs pos="26000">
                  <a:srgbClr val="624F88"/>
                </a:gs>
                <a:gs pos="100000">
                  <a:srgbClr val="332947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1129AED-211D-4FF7-A09D-AB460D2F4FCC}"/>
                </a:ext>
              </a:extLst>
            </p:cNvPr>
            <p:cNvSpPr/>
            <p:nvPr/>
          </p:nvSpPr>
          <p:spPr>
            <a:xfrm flipH="1">
              <a:off x="2428682" y="2802885"/>
              <a:ext cx="1021717" cy="1021717"/>
            </a:xfrm>
            <a:prstGeom prst="ellipse">
              <a:avLst/>
            </a:prstGeom>
            <a:gradFill flip="none" rotWithShape="1">
              <a:gsLst>
                <a:gs pos="33000">
                  <a:srgbClr val="624F88"/>
                </a:gs>
                <a:gs pos="100000">
                  <a:srgbClr val="332947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</a:rPr>
                <a:t>01</a:t>
              </a:r>
              <a:endParaRPr lang="en-IN" sz="2800" b="1" dirty="0">
                <a:latin typeface="Tw Cen MT" panose="020B0602020104020603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23C782E-5621-494F-AE23-9472818865E0}"/>
                </a:ext>
              </a:extLst>
            </p:cNvPr>
            <p:cNvSpPr/>
            <p:nvPr/>
          </p:nvSpPr>
          <p:spPr>
            <a:xfrm>
              <a:off x="6105842" y="2023739"/>
              <a:ext cx="3166302" cy="2157573"/>
            </a:xfrm>
            <a:custGeom>
              <a:avLst/>
              <a:gdLst>
                <a:gd name="connsiteX0" fmla="*/ 1137652 w 3166302"/>
                <a:gd name="connsiteY0" fmla="*/ 0 h 2157573"/>
                <a:gd name="connsiteX1" fmla="*/ 3099498 w 3166302"/>
                <a:gd name="connsiteY1" fmla="*/ 0 h 2157573"/>
                <a:gd name="connsiteX2" fmla="*/ 3166302 w 3166302"/>
                <a:gd name="connsiteY2" fmla="*/ 3373 h 2157573"/>
                <a:gd name="connsiteX3" fmla="*/ 3166302 w 3166302"/>
                <a:gd name="connsiteY3" fmla="*/ 1023294 h 2157573"/>
                <a:gd name="connsiteX4" fmla="*/ 3099498 w 3166302"/>
                <a:gd name="connsiteY4" fmla="*/ 1019921 h 2157573"/>
                <a:gd name="connsiteX5" fmla="*/ 1137652 w 3166302"/>
                <a:gd name="connsiteY5" fmla="*/ 1019921 h 2157573"/>
                <a:gd name="connsiteX6" fmla="*/ 0 w 3166302"/>
                <a:gd name="connsiteY6" fmla="*/ 2157573 h 2157573"/>
                <a:gd name="connsiteX7" fmla="*/ 0 w 3166302"/>
                <a:gd name="connsiteY7" fmla="*/ 1137652 h 2157573"/>
                <a:gd name="connsiteX8" fmla="*/ 1137652 w 3166302"/>
                <a:gd name="connsiteY8" fmla="*/ 0 h 215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6302" h="2157573">
                  <a:moveTo>
                    <a:pt x="1137652" y="0"/>
                  </a:moveTo>
                  <a:lnTo>
                    <a:pt x="3099498" y="0"/>
                  </a:lnTo>
                  <a:lnTo>
                    <a:pt x="3166302" y="3373"/>
                  </a:lnTo>
                  <a:lnTo>
                    <a:pt x="3166302" y="1023294"/>
                  </a:lnTo>
                  <a:lnTo>
                    <a:pt x="3099498" y="1019921"/>
                  </a:lnTo>
                  <a:lnTo>
                    <a:pt x="1137652" y="1019921"/>
                  </a:lnTo>
                  <a:cubicBezTo>
                    <a:pt x="509344" y="1019921"/>
                    <a:pt x="0" y="1529265"/>
                    <a:pt x="0" y="2157573"/>
                  </a:cubicBezTo>
                  <a:lnTo>
                    <a:pt x="0" y="1137652"/>
                  </a:lnTo>
                  <a:cubicBezTo>
                    <a:pt x="0" y="509344"/>
                    <a:pt x="509344" y="0"/>
                    <a:pt x="1137652" y="0"/>
                  </a:cubicBezTo>
                  <a:close/>
                </a:path>
              </a:pathLst>
            </a:custGeom>
            <a:gradFill>
              <a:gsLst>
                <a:gs pos="16000">
                  <a:srgbClr val="7E3F86"/>
                </a:gs>
                <a:gs pos="100000">
                  <a:srgbClr val="311834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4D0B6BD-12E2-47D4-BD3B-C4F67C597594}"/>
                </a:ext>
              </a:extLst>
            </p:cNvPr>
            <p:cNvSpPr/>
            <p:nvPr/>
          </p:nvSpPr>
          <p:spPr>
            <a:xfrm>
              <a:off x="8761285" y="2023739"/>
              <a:ext cx="1021717" cy="1021717"/>
            </a:xfrm>
            <a:prstGeom prst="ellipse">
              <a:avLst/>
            </a:prstGeom>
            <a:gradFill flip="none" rotWithShape="1">
              <a:gsLst>
                <a:gs pos="28000">
                  <a:srgbClr val="7E3F86"/>
                </a:gs>
                <a:gs pos="100000">
                  <a:srgbClr val="31183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</a:rPr>
                <a:t>01</a:t>
              </a:r>
              <a:endParaRPr lang="en-IN" sz="2800" b="1" dirty="0">
                <a:latin typeface="Tw Cen MT" panose="020B0602020104020603" pitchFamily="34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83A0128-DF2C-4927-B782-E542568F6738}"/>
                </a:ext>
              </a:extLst>
            </p:cNvPr>
            <p:cNvSpPr/>
            <p:nvPr/>
          </p:nvSpPr>
          <p:spPr>
            <a:xfrm flipH="1">
              <a:off x="2945306" y="1244593"/>
              <a:ext cx="3166302" cy="2157573"/>
            </a:xfrm>
            <a:custGeom>
              <a:avLst/>
              <a:gdLst>
                <a:gd name="connsiteX0" fmla="*/ 1137652 w 3166302"/>
                <a:gd name="connsiteY0" fmla="*/ 0 h 2157573"/>
                <a:gd name="connsiteX1" fmla="*/ 3099498 w 3166302"/>
                <a:gd name="connsiteY1" fmla="*/ 0 h 2157573"/>
                <a:gd name="connsiteX2" fmla="*/ 3166302 w 3166302"/>
                <a:gd name="connsiteY2" fmla="*/ 3373 h 2157573"/>
                <a:gd name="connsiteX3" fmla="*/ 3166302 w 3166302"/>
                <a:gd name="connsiteY3" fmla="*/ 1023294 h 2157573"/>
                <a:gd name="connsiteX4" fmla="*/ 3099498 w 3166302"/>
                <a:gd name="connsiteY4" fmla="*/ 1019921 h 2157573"/>
                <a:gd name="connsiteX5" fmla="*/ 1137652 w 3166302"/>
                <a:gd name="connsiteY5" fmla="*/ 1019921 h 2157573"/>
                <a:gd name="connsiteX6" fmla="*/ 0 w 3166302"/>
                <a:gd name="connsiteY6" fmla="*/ 2157573 h 2157573"/>
                <a:gd name="connsiteX7" fmla="*/ 0 w 3166302"/>
                <a:gd name="connsiteY7" fmla="*/ 1137652 h 2157573"/>
                <a:gd name="connsiteX8" fmla="*/ 1137652 w 3166302"/>
                <a:gd name="connsiteY8" fmla="*/ 0 h 215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6302" h="2157573">
                  <a:moveTo>
                    <a:pt x="1137652" y="0"/>
                  </a:moveTo>
                  <a:lnTo>
                    <a:pt x="3099498" y="0"/>
                  </a:lnTo>
                  <a:lnTo>
                    <a:pt x="3166302" y="3373"/>
                  </a:lnTo>
                  <a:lnTo>
                    <a:pt x="3166302" y="1023294"/>
                  </a:lnTo>
                  <a:lnTo>
                    <a:pt x="3099498" y="1019921"/>
                  </a:lnTo>
                  <a:lnTo>
                    <a:pt x="1137652" y="1019921"/>
                  </a:lnTo>
                  <a:cubicBezTo>
                    <a:pt x="509344" y="1019921"/>
                    <a:pt x="0" y="1529265"/>
                    <a:pt x="0" y="2157573"/>
                  </a:cubicBezTo>
                  <a:lnTo>
                    <a:pt x="0" y="1137652"/>
                  </a:lnTo>
                  <a:cubicBezTo>
                    <a:pt x="0" y="509344"/>
                    <a:pt x="509344" y="0"/>
                    <a:pt x="1137652" y="0"/>
                  </a:cubicBezTo>
                  <a:close/>
                </a:path>
              </a:pathLst>
            </a:custGeom>
            <a:gradFill>
              <a:gsLst>
                <a:gs pos="25000">
                  <a:srgbClr val="9E2D7D"/>
                </a:gs>
                <a:gs pos="100000">
                  <a:srgbClr val="681E53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A491AC3-ABE8-437F-A40D-1ADEFF28F5AE}"/>
                </a:ext>
              </a:extLst>
            </p:cNvPr>
            <p:cNvSpPr/>
            <p:nvPr/>
          </p:nvSpPr>
          <p:spPr>
            <a:xfrm flipH="1">
              <a:off x="2434448" y="1244593"/>
              <a:ext cx="1021717" cy="1021717"/>
            </a:xfrm>
            <a:prstGeom prst="ellipse">
              <a:avLst/>
            </a:prstGeom>
            <a:gradFill flip="none" rotWithShape="1">
              <a:gsLst>
                <a:gs pos="35000">
                  <a:srgbClr val="9E2D7D"/>
                </a:gs>
                <a:gs pos="100000">
                  <a:srgbClr val="681E5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</a:rPr>
                <a:t>01</a:t>
              </a:r>
              <a:endParaRPr lang="en-IN" sz="2800" b="1" dirty="0">
                <a:latin typeface="Tw Cen MT" panose="020B0602020104020603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4FA1E20-F6CD-4EBF-83CD-0E8AE32DF278}"/>
                </a:ext>
              </a:extLst>
            </p:cNvPr>
            <p:cNvSpPr/>
            <p:nvPr/>
          </p:nvSpPr>
          <p:spPr>
            <a:xfrm>
              <a:off x="6096000" y="465447"/>
              <a:ext cx="3166302" cy="2157573"/>
            </a:xfrm>
            <a:custGeom>
              <a:avLst/>
              <a:gdLst>
                <a:gd name="connsiteX0" fmla="*/ 1137652 w 3166302"/>
                <a:gd name="connsiteY0" fmla="*/ 0 h 2157573"/>
                <a:gd name="connsiteX1" fmla="*/ 3099498 w 3166302"/>
                <a:gd name="connsiteY1" fmla="*/ 0 h 2157573"/>
                <a:gd name="connsiteX2" fmla="*/ 3166302 w 3166302"/>
                <a:gd name="connsiteY2" fmla="*/ 3373 h 2157573"/>
                <a:gd name="connsiteX3" fmla="*/ 3166302 w 3166302"/>
                <a:gd name="connsiteY3" fmla="*/ 1023294 h 2157573"/>
                <a:gd name="connsiteX4" fmla="*/ 3099498 w 3166302"/>
                <a:gd name="connsiteY4" fmla="*/ 1019921 h 2157573"/>
                <a:gd name="connsiteX5" fmla="*/ 1137652 w 3166302"/>
                <a:gd name="connsiteY5" fmla="*/ 1019921 h 2157573"/>
                <a:gd name="connsiteX6" fmla="*/ 0 w 3166302"/>
                <a:gd name="connsiteY6" fmla="*/ 2157573 h 2157573"/>
                <a:gd name="connsiteX7" fmla="*/ 0 w 3166302"/>
                <a:gd name="connsiteY7" fmla="*/ 1137652 h 2157573"/>
                <a:gd name="connsiteX8" fmla="*/ 1137652 w 3166302"/>
                <a:gd name="connsiteY8" fmla="*/ 0 h 215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6302" h="2157573">
                  <a:moveTo>
                    <a:pt x="1137652" y="0"/>
                  </a:moveTo>
                  <a:lnTo>
                    <a:pt x="3099498" y="0"/>
                  </a:lnTo>
                  <a:lnTo>
                    <a:pt x="3166302" y="3373"/>
                  </a:lnTo>
                  <a:lnTo>
                    <a:pt x="3166302" y="1023294"/>
                  </a:lnTo>
                  <a:lnTo>
                    <a:pt x="3099498" y="1019921"/>
                  </a:lnTo>
                  <a:lnTo>
                    <a:pt x="1137652" y="1019921"/>
                  </a:lnTo>
                  <a:cubicBezTo>
                    <a:pt x="509344" y="1019921"/>
                    <a:pt x="0" y="1529265"/>
                    <a:pt x="0" y="2157573"/>
                  </a:cubicBezTo>
                  <a:lnTo>
                    <a:pt x="0" y="1137652"/>
                  </a:lnTo>
                  <a:cubicBezTo>
                    <a:pt x="0" y="509344"/>
                    <a:pt x="509344" y="0"/>
                    <a:pt x="1137652" y="0"/>
                  </a:cubicBezTo>
                  <a:close/>
                </a:path>
              </a:pathLst>
            </a:custGeom>
            <a:gradFill>
              <a:gsLst>
                <a:gs pos="36000">
                  <a:srgbClr val="D52454"/>
                </a:gs>
                <a:gs pos="100000">
                  <a:srgbClr val="76142E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68DFBFC-D18F-476F-BCB7-06A947E9E39C}"/>
                </a:ext>
              </a:extLst>
            </p:cNvPr>
            <p:cNvSpPr/>
            <p:nvPr/>
          </p:nvSpPr>
          <p:spPr>
            <a:xfrm>
              <a:off x="8722415" y="465447"/>
              <a:ext cx="1021717" cy="1021717"/>
            </a:xfrm>
            <a:prstGeom prst="ellipse">
              <a:avLst/>
            </a:prstGeom>
            <a:gradFill flip="none" rotWithShape="1">
              <a:gsLst>
                <a:gs pos="37000">
                  <a:srgbClr val="D52454"/>
                </a:gs>
                <a:gs pos="100000">
                  <a:srgbClr val="76142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</a:rPr>
                <a:t>01</a:t>
              </a:r>
              <a:endParaRPr lang="en-IN" sz="2800" b="1" dirty="0">
                <a:latin typeface="Tw Cen MT" panose="020B0602020104020603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052D6BF-FDA3-4429-B485-5A9FFE897B82}"/>
                </a:ext>
              </a:extLst>
            </p:cNvPr>
            <p:cNvSpPr txBox="1"/>
            <p:nvPr/>
          </p:nvSpPr>
          <p:spPr>
            <a:xfrm>
              <a:off x="6956772" y="3599820"/>
              <a:ext cx="1843976" cy="6948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spc="600" dirty="0">
                  <a:solidFill>
                    <a:schemeClr val="bg1"/>
                  </a:solidFill>
                  <a:latin typeface="Tw Cen MT" panose="020B0602020104020603" pitchFamily="34" charset="0"/>
                </a:rPr>
                <a:t>TITLE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Tw Cen MT" panose="020B0602020104020603" pitchFamily="34" charset="0"/>
                </a:rPr>
                <a:t>Some Text Here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5DE89B8-7B74-4762-93E5-07E11F69C604}"/>
                </a:ext>
              </a:extLst>
            </p:cNvPr>
            <p:cNvSpPr txBox="1"/>
            <p:nvPr/>
          </p:nvSpPr>
          <p:spPr>
            <a:xfrm>
              <a:off x="6944210" y="2062484"/>
              <a:ext cx="1843976" cy="6948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spc="600" dirty="0">
                  <a:solidFill>
                    <a:schemeClr val="bg1"/>
                  </a:solidFill>
                  <a:latin typeface="Tw Cen MT" panose="020B0602020104020603" pitchFamily="34" charset="0"/>
                </a:rPr>
                <a:t>TITLE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Tw Cen MT" panose="020B0602020104020603" pitchFamily="34" charset="0"/>
                </a:rPr>
                <a:t>Some Text Here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0216283-5496-47C6-A47A-7F4DAB2FD79C}"/>
                </a:ext>
              </a:extLst>
            </p:cNvPr>
            <p:cNvSpPr txBox="1"/>
            <p:nvPr/>
          </p:nvSpPr>
          <p:spPr>
            <a:xfrm>
              <a:off x="6907843" y="514640"/>
              <a:ext cx="1843976" cy="6948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spc="600" dirty="0">
                  <a:solidFill>
                    <a:schemeClr val="bg1"/>
                  </a:solidFill>
                  <a:latin typeface="Tw Cen MT" panose="020B0602020104020603" pitchFamily="34" charset="0"/>
                </a:rPr>
                <a:t>TITLE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Tw Cen MT" panose="020B0602020104020603" pitchFamily="34" charset="0"/>
                </a:rPr>
                <a:t>Some Text Here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405E7EF-73C2-4A1B-BAFA-393B8FE100C0}"/>
                </a:ext>
              </a:extLst>
            </p:cNvPr>
            <p:cNvSpPr txBox="1"/>
            <p:nvPr/>
          </p:nvSpPr>
          <p:spPr>
            <a:xfrm>
              <a:off x="3577570" y="1336198"/>
              <a:ext cx="1843976" cy="6948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spc="600" dirty="0">
                  <a:solidFill>
                    <a:schemeClr val="bg1"/>
                  </a:solidFill>
                  <a:latin typeface="Tw Cen MT" panose="020B0602020104020603" pitchFamily="34" charset="0"/>
                </a:rPr>
                <a:t>TITLE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Tw Cen MT" panose="020B0602020104020603" pitchFamily="34" charset="0"/>
                </a:rPr>
                <a:t>Some Text Here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F33C275-697A-4B35-9279-EBB31376E9EF}"/>
                </a:ext>
              </a:extLst>
            </p:cNvPr>
            <p:cNvSpPr txBox="1"/>
            <p:nvPr/>
          </p:nvSpPr>
          <p:spPr>
            <a:xfrm>
              <a:off x="3577570" y="2852078"/>
              <a:ext cx="1843976" cy="6948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spc="600" dirty="0">
                  <a:solidFill>
                    <a:schemeClr val="bg1"/>
                  </a:solidFill>
                  <a:latin typeface="Tw Cen MT" panose="020B0602020104020603" pitchFamily="34" charset="0"/>
                </a:rPr>
                <a:t>TITLE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Tw Cen MT" panose="020B0602020104020603" pitchFamily="34" charset="0"/>
                </a:rPr>
                <a:t>Some Text Here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8A462B6-B2FB-445F-9CE4-22A3667F6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805" y="5261111"/>
            <a:ext cx="964389" cy="961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4C845C-E09B-410B-92A1-F292589D2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4467" y="1383511"/>
            <a:ext cx="1680704" cy="1685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00E69F-08EF-4024-99C1-E097CC12B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3503" y="2998201"/>
            <a:ext cx="1680704" cy="16856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D9E0A8-3523-4BE4-9F79-B3E907372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388" y="2002761"/>
            <a:ext cx="1680704" cy="168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30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bg1">
                <a:lumMod val="95000"/>
              </a:schemeClr>
            </a:gs>
            <a:gs pos="100000">
              <a:srgbClr val="FF8B8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FCCCDF07-AC7D-471E-9DAF-984E936E3ED2}"/>
              </a:ext>
            </a:extLst>
          </p:cNvPr>
          <p:cNvSpPr txBox="1"/>
          <p:nvPr/>
        </p:nvSpPr>
        <p:spPr>
          <a:xfrm>
            <a:off x="2612079" y="333828"/>
            <a:ext cx="6967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latin typeface="Tw Cen MT" panose="020B06020201040206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Five Steps Tree Branch Infographic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50D70B5-B5BE-4C35-80BA-71135511B8D0}"/>
              </a:ext>
            </a:extLst>
          </p:cNvPr>
          <p:cNvGrpSpPr/>
          <p:nvPr/>
        </p:nvGrpSpPr>
        <p:grpSpPr>
          <a:xfrm>
            <a:off x="383177" y="1116096"/>
            <a:ext cx="11303726" cy="7226715"/>
            <a:chOff x="2428682" y="465447"/>
            <a:chExt cx="7354320" cy="8587628"/>
          </a:xfrm>
        </p:grpSpPr>
        <p:sp>
          <p:nvSpPr>
            <p:cNvPr id="40" name="Trapezoid 39">
              <a:extLst>
                <a:ext uri="{FF2B5EF4-FFF2-40B4-BE49-F238E27FC236}">
                  <a16:creationId xmlns:a16="http://schemas.microsoft.com/office/drawing/2014/main" id="{2A859AA1-921D-45B7-859D-38BF71FD8947}"/>
                </a:ext>
              </a:extLst>
            </p:cNvPr>
            <p:cNvSpPr/>
            <p:nvPr/>
          </p:nvSpPr>
          <p:spPr>
            <a:xfrm flipV="1">
              <a:off x="5204321" y="6287362"/>
              <a:ext cx="1803042" cy="1001287"/>
            </a:xfrm>
            <a:prstGeom prst="trapezoid">
              <a:avLst/>
            </a:prstGeom>
            <a:gradFill flip="none" rotWithShape="1">
              <a:gsLst>
                <a:gs pos="0">
                  <a:srgbClr val="0099CC"/>
                </a:gs>
                <a:gs pos="55000">
                  <a:srgbClr val="863A86"/>
                </a:gs>
                <a:gs pos="77000">
                  <a:srgbClr val="A7297A"/>
                </a:gs>
                <a:gs pos="29000">
                  <a:srgbClr val="5E5288"/>
                </a:gs>
                <a:gs pos="100000">
                  <a:srgbClr val="EB2143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A68AFA9-7B77-4E20-8242-54F8F37727A3}"/>
                </a:ext>
              </a:extLst>
            </p:cNvPr>
            <p:cNvSpPr/>
            <p:nvPr/>
          </p:nvSpPr>
          <p:spPr>
            <a:xfrm>
              <a:off x="6096000" y="3582033"/>
              <a:ext cx="3166302" cy="2157572"/>
            </a:xfrm>
            <a:custGeom>
              <a:avLst/>
              <a:gdLst>
                <a:gd name="connsiteX0" fmla="*/ 1137652 w 3166302"/>
                <a:gd name="connsiteY0" fmla="*/ 0 h 2157573"/>
                <a:gd name="connsiteX1" fmla="*/ 3099498 w 3166302"/>
                <a:gd name="connsiteY1" fmla="*/ 0 h 2157573"/>
                <a:gd name="connsiteX2" fmla="*/ 3166302 w 3166302"/>
                <a:gd name="connsiteY2" fmla="*/ 3373 h 2157573"/>
                <a:gd name="connsiteX3" fmla="*/ 3166302 w 3166302"/>
                <a:gd name="connsiteY3" fmla="*/ 1023294 h 2157573"/>
                <a:gd name="connsiteX4" fmla="*/ 3099498 w 3166302"/>
                <a:gd name="connsiteY4" fmla="*/ 1019921 h 2157573"/>
                <a:gd name="connsiteX5" fmla="*/ 1137652 w 3166302"/>
                <a:gd name="connsiteY5" fmla="*/ 1019921 h 2157573"/>
                <a:gd name="connsiteX6" fmla="*/ 0 w 3166302"/>
                <a:gd name="connsiteY6" fmla="*/ 2157573 h 2157573"/>
                <a:gd name="connsiteX7" fmla="*/ 0 w 3166302"/>
                <a:gd name="connsiteY7" fmla="*/ 1137652 h 2157573"/>
                <a:gd name="connsiteX8" fmla="*/ 1137652 w 3166302"/>
                <a:gd name="connsiteY8" fmla="*/ 0 h 215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6302" h="2157573">
                  <a:moveTo>
                    <a:pt x="1137652" y="0"/>
                  </a:moveTo>
                  <a:lnTo>
                    <a:pt x="3099498" y="0"/>
                  </a:lnTo>
                  <a:lnTo>
                    <a:pt x="3166302" y="3373"/>
                  </a:lnTo>
                  <a:lnTo>
                    <a:pt x="3166302" y="1023294"/>
                  </a:lnTo>
                  <a:lnTo>
                    <a:pt x="3099498" y="1019921"/>
                  </a:lnTo>
                  <a:lnTo>
                    <a:pt x="1137652" y="1019921"/>
                  </a:lnTo>
                  <a:cubicBezTo>
                    <a:pt x="509344" y="1019921"/>
                    <a:pt x="0" y="1529265"/>
                    <a:pt x="0" y="2157573"/>
                  </a:cubicBezTo>
                  <a:lnTo>
                    <a:pt x="0" y="1137652"/>
                  </a:lnTo>
                  <a:cubicBezTo>
                    <a:pt x="0" y="509344"/>
                    <a:pt x="509344" y="0"/>
                    <a:pt x="1137652" y="0"/>
                  </a:cubicBezTo>
                  <a:close/>
                </a:path>
              </a:pathLst>
            </a:custGeom>
            <a:gradFill>
              <a:gsLst>
                <a:gs pos="5000">
                  <a:srgbClr val="0099CC"/>
                </a:gs>
                <a:gs pos="100000">
                  <a:srgbClr val="17506F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243A401-ADA2-4ED9-A42F-DE8ED3BE348F}"/>
                </a:ext>
              </a:extLst>
            </p:cNvPr>
            <p:cNvSpPr/>
            <p:nvPr/>
          </p:nvSpPr>
          <p:spPr>
            <a:xfrm>
              <a:off x="8751443" y="3582033"/>
              <a:ext cx="1021717" cy="1021717"/>
            </a:xfrm>
            <a:prstGeom prst="ellipse">
              <a:avLst/>
            </a:prstGeom>
            <a:gradFill flip="none" rotWithShape="1">
              <a:gsLst>
                <a:gs pos="26000">
                  <a:srgbClr val="0099CC"/>
                </a:gs>
                <a:gs pos="100000">
                  <a:srgbClr val="17506F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</a:rPr>
                <a:t>01</a:t>
              </a:r>
              <a:endParaRPr lang="en-IN" sz="2800" b="1" dirty="0">
                <a:latin typeface="Tw Cen MT" panose="020B0602020104020603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68D8994-A268-45AF-BFC2-87A0A9E44735}"/>
                </a:ext>
              </a:extLst>
            </p:cNvPr>
            <p:cNvSpPr/>
            <p:nvPr/>
          </p:nvSpPr>
          <p:spPr>
            <a:xfrm flipH="1">
              <a:off x="2939540" y="1555520"/>
              <a:ext cx="3166302" cy="7497555"/>
            </a:xfrm>
            <a:custGeom>
              <a:avLst/>
              <a:gdLst>
                <a:gd name="connsiteX0" fmla="*/ 1137652 w 3166302"/>
                <a:gd name="connsiteY0" fmla="*/ 0 h 2157573"/>
                <a:gd name="connsiteX1" fmla="*/ 3099498 w 3166302"/>
                <a:gd name="connsiteY1" fmla="*/ 0 h 2157573"/>
                <a:gd name="connsiteX2" fmla="*/ 3166302 w 3166302"/>
                <a:gd name="connsiteY2" fmla="*/ 3373 h 2157573"/>
                <a:gd name="connsiteX3" fmla="*/ 3166302 w 3166302"/>
                <a:gd name="connsiteY3" fmla="*/ 1023294 h 2157573"/>
                <a:gd name="connsiteX4" fmla="*/ 3099498 w 3166302"/>
                <a:gd name="connsiteY4" fmla="*/ 1019921 h 2157573"/>
                <a:gd name="connsiteX5" fmla="*/ 1137652 w 3166302"/>
                <a:gd name="connsiteY5" fmla="*/ 1019921 h 2157573"/>
                <a:gd name="connsiteX6" fmla="*/ 0 w 3166302"/>
                <a:gd name="connsiteY6" fmla="*/ 2157573 h 2157573"/>
                <a:gd name="connsiteX7" fmla="*/ 0 w 3166302"/>
                <a:gd name="connsiteY7" fmla="*/ 1137652 h 2157573"/>
                <a:gd name="connsiteX8" fmla="*/ 1137652 w 3166302"/>
                <a:gd name="connsiteY8" fmla="*/ 0 h 215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6302" h="2157573">
                  <a:moveTo>
                    <a:pt x="1137652" y="0"/>
                  </a:moveTo>
                  <a:lnTo>
                    <a:pt x="3099498" y="0"/>
                  </a:lnTo>
                  <a:lnTo>
                    <a:pt x="3166302" y="3373"/>
                  </a:lnTo>
                  <a:lnTo>
                    <a:pt x="3166302" y="1023294"/>
                  </a:lnTo>
                  <a:lnTo>
                    <a:pt x="3099498" y="1019921"/>
                  </a:lnTo>
                  <a:lnTo>
                    <a:pt x="1137652" y="1019921"/>
                  </a:lnTo>
                  <a:cubicBezTo>
                    <a:pt x="509344" y="1019921"/>
                    <a:pt x="0" y="1529265"/>
                    <a:pt x="0" y="2157573"/>
                  </a:cubicBezTo>
                  <a:lnTo>
                    <a:pt x="0" y="1137652"/>
                  </a:lnTo>
                  <a:cubicBezTo>
                    <a:pt x="0" y="509344"/>
                    <a:pt x="509344" y="0"/>
                    <a:pt x="1137652" y="0"/>
                  </a:cubicBezTo>
                  <a:close/>
                </a:path>
              </a:pathLst>
            </a:custGeom>
            <a:gradFill>
              <a:gsLst>
                <a:gs pos="26000">
                  <a:srgbClr val="624F88"/>
                </a:gs>
                <a:gs pos="100000">
                  <a:srgbClr val="332947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1129AED-211D-4FF7-A09D-AB460D2F4FCC}"/>
                </a:ext>
              </a:extLst>
            </p:cNvPr>
            <p:cNvSpPr/>
            <p:nvPr/>
          </p:nvSpPr>
          <p:spPr>
            <a:xfrm flipH="1">
              <a:off x="2428682" y="2802885"/>
              <a:ext cx="1021717" cy="1021717"/>
            </a:xfrm>
            <a:prstGeom prst="ellipse">
              <a:avLst/>
            </a:prstGeom>
            <a:gradFill flip="none" rotWithShape="1">
              <a:gsLst>
                <a:gs pos="33000">
                  <a:srgbClr val="624F88"/>
                </a:gs>
                <a:gs pos="100000">
                  <a:srgbClr val="332947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</a:rPr>
                <a:t>01</a:t>
              </a:r>
              <a:endParaRPr lang="en-IN" sz="2800" b="1" dirty="0">
                <a:latin typeface="Tw Cen MT" panose="020B0602020104020603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23C782E-5621-494F-AE23-9472818865E0}"/>
                </a:ext>
              </a:extLst>
            </p:cNvPr>
            <p:cNvSpPr/>
            <p:nvPr/>
          </p:nvSpPr>
          <p:spPr>
            <a:xfrm>
              <a:off x="6105842" y="2023739"/>
              <a:ext cx="3166302" cy="2157573"/>
            </a:xfrm>
            <a:custGeom>
              <a:avLst/>
              <a:gdLst>
                <a:gd name="connsiteX0" fmla="*/ 1137652 w 3166302"/>
                <a:gd name="connsiteY0" fmla="*/ 0 h 2157573"/>
                <a:gd name="connsiteX1" fmla="*/ 3099498 w 3166302"/>
                <a:gd name="connsiteY1" fmla="*/ 0 h 2157573"/>
                <a:gd name="connsiteX2" fmla="*/ 3166302 w 3166302"/>
                <a:gd name="connsiteY2" fmla="*/ 3373 h 2157573"/>
                <a:gd name="connsiteX3" fmla="*/ 3166302 w 3166302"/>
                <a:gd name="connsiteY3" fmla="*/ 1023294 h 2157573"/>
                <a:gd name="connsiteX4" fmla="*/ 3099498 w 3166302"/>
                <a:gd name="connsiteY4" fmla="*/ 1019921 h 2157573"/>
                <a:gd name="connsiteX5" fmla="*/ 1137652 w 3166302"/>
                <a:gd name="connsiteY5" fmla="*/ 1019921 h 2157573"/>
                <a:gd name="connsiteX6" fmla="*/ 0 w 3166302"/>
                <a:gd name="connsiteY6" fmla="*/ 2157573 h 2157573"/>
                <a:gd name="connsiteX7" fmla="*/ 0 w 3166302"/>
                <a:gd name="connsiteY7" fmla="*/ 1137652 h 2157573"/>
                <a:gd name="connsiteX8" fmla="*/ 1137652 w 3166302"/>
                <a:gd name="connsiteY8" fmla="*/ 0 h 215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6302" h="2157573">
                  <a:moveTo>
                    <a:pt x="1137652" y="0"/>
                  </a:moveTo>
                  <a:lnTo>
                    <a:pt x="3099498" y="0"/>
                  </a:lnTo>
                  <a:lnTo>
                    <a:pt x="3166302" y="3373"/>
                  </a:lnTo>
                  <a:lnTo>
                    <a:pt x="3166302" y="1023294"/>
                  </a:lnTo>
                  <a:lnTo>
                    <a:pt x="3099498" y="1019921"/>
                  </a:lnTo>
                  <a:lnTo>
                    <a:pt x="1137652" y="1019921"/>
                  </a:lnTo>
                  <a:cubicBezTo>
                    <a:pt x="509344" y="1019921"/>
                    <a:pt x="0" y="1529265"/>
                    <a:pt x="0" y="2157573"/>
                  </a:cubicBezTo>
                  <a:lnTo>
                    <a:pt x="0" y="1137652"/>
                  </a:lnTo>
                  <a:cubicBezTo>
                    <a:pt x="0" y="509344"/>
                    <a:pt x="509344" y="0"/>
                    <a:pt x="1137652" y="0"/>
                  </a:cubicBezTo>
                  <a:close/>
                </a:path>
              </a:pathLst>
            </a:custGeom>
            <a:gradFill>
              <a:gsLst>
                <a:gs pos="16000">
                  <a:srgbClr val="7E3F86"/>
                </a:gs>
                <a:gs pos="100000">
                  <a:srgbClr val="311834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4D0B6BD-12E2-47D4-BD3B-C4F67C597594}"/>
                </a:ext>
              </a:extLst>
            </p:cNvPr>
            <p:cNvSpPr/>
            <p:nvPr/>
          </p:nvSpPr>
          <p:spPr>
            <a:xfrm>
              <a:off x="8761285" y="2023739"/>
              <a:ext cx="1021717" cy="1021717"/>
            </a:xfrm>
            <a:prstGeom prst="ellipse">
              <a:avLst/>
            </a:prstGeom>
            <a:gradFill flip="none" rotWithShape="1">
              <a:gsLst>
                <a:gs pos="28000">
                  <a:srgbClr val="7E3F86"/>
                </a:gs>
                <a:gs pos="100000">
                  <a:srgbClr val="31183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</a:rPr>
                <a:t>01</a:t>
              </a:r>
              <a:endParaRPr lang="en-IN" sz="2800" b="1" dirty="0">
                <a:latin typeface="Tw Cen MT" panose="020B0602020104020603" pitchFamily="34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83A0128-DF2C-4927-B782-E542568F6738}"/>
                </a:ext>
              </a:extLst>
            </p:cNvPr>
            <p:cNvSpPr/>
            <p:nvPr/>
          </p:nvSpPr>
          <p:spPr>
            <a:xfrm flipH="1">
              <a:off x="2939540" y="511229"/>
              <a:ext cx="3166302" cy="2157572"/>
            </a:xfrm>
            <a:custGeom>
              <a:avLst/>
              <a:gdLst>
                <a:gd name="connsiteX0" fmla="*/ 1137652 w 3166302"/>
                <a:gd name="connsiteY0" fmla="*/ 0 h 2157573"/>
                <a:gd name="connsiteX1" fmla="*/ 3099498 w 3166302"/>
                <a:gd name="connsiteY1" fmla="*/ 0 h 2157573"/>
                <a:gd name="connsiteX2" fmla="*/ 3166302 w 3166302"/>
                <a:gd name="connsiteY2" fmla="*/ 3373 h 2157573"/>
                <a:gd name="connsiteX3" fmla="*/ 3166302 w 3166302"/>
                <a:gd name="connsiteY3" fmla="*/ 1023294 h 2157573"/>
                <a:gd name="connsiteX4" fmla="*/ 3099498 w 3166302"/>
                <a:gd name="connsiteY4" fmla="*/ 1019921 h 2157573"/>
                <a:gd name="connsiteX5" fmla="*/ 1137652 w 3166302"/>
                <a:gd name="connsiteY5" fmla="*/ 1019921 h 2157573"/>
                <a:gd name="connsiteX6" fmla="*/ 0 w 3166302"/>
                <a:gd name="connsiteY6" fmla="*/ 2157573 h 2157573"/>
                <a:gd name="connsiteX7" fmla="*/ 0 w 3166302"/>
                <a:gd name="connsiteY7" fmla="*/ 1137652 h 2157573"/>
                <a:gd name="connsiteX8" fmla="*/ 1137652 w 3166302"/>
                <a:gd name="connsiteY8" fmla="*/ 0 h 215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6302" h="2157573">
                  <a:moveTo>
                    <a:pt x="1137652" y="0"/>
                  </a:moveTo>
                  <a:lnTo>
                    <a:pt x="3099498" y="0"/>
                  </a:lnTo>
                  <a:lnTo>
                    <a:pt x="3166302" y="3373"/>
                  </a:lnTo>
                  <a:lnTo>
                    <a:pt x="3166302" y="1023294"/>
                  </a:lnTo>
                  <a:lnTo>
                    <a:pt x="3099498" y="1019921"/>
                  </a:lnTo>
                  <a:lnTo>
                    <a:pt x="1137652" y="1019921"/>
                  </a:lnTo>
                  <a:cubicBezTo>
                    <a:pt x="509344" y="1019921"/>
                    <a:pt x="0" y="1529265"/>
                    <a:pt x="0" y="2157573"/>
                  </a:cubicBezTo>
                  <a:lnTo>
                    <a:pt x="0" y="1137652"/>
                  </a:lnTo>
                  <a:cubicBezTo>
                    <a:pt x="0" y="509344"/>
                    <a:pt x="509344" y="0"/>
                    <a:pt x="1137652" y="0"/>
                  </a:cubicBezTo>
                  <a:close/>
                </a:path>
              </a:pathLst>
            </a:custGeom>
            <a:gradFill>
              <a:gsLst>
                <a:gs pos="25000">
                  <a:srgbClr val="9E2D7D"/>
                </a:gs>
                <a:gs pos="100000">
                  <a:srgbClr val="681E53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A491AC3-ABE8-437F-A40D-1ADEFF28F5AE}"/>
                </a:ext>
              </a:extLst>
            </p:cNvPr>
            <p:cNvSpPr/>
            <p:nvPr/>
          </p:nvSpPr>
          <p:spPr>
            <a:xfrm flipH="1">
              <a:off x="2457711" y="522516"/>
              <a:ext cx="1021717" cy="1021717"/>
            </a:xfrm>
            <a:prstGeom prst="ellipse">
              <a:avLst/>
            </a:prstGeom>
            <a:gradFill flip="none" rotWithShape="1">
              <a:gsLst>
                <a:gs pos="35000">
                  <a:srgbClr val="9E2D7D"/>
                </a:gs>
                <a:gs pos="100000">
                  <a:srgbClr val="681E5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</a:rPr>
                <a:t>01</a:t>
              </a:r>
              <a:endParaRPr lang="en-IN" sz="2800" b="1" dirty="0">
                <a:latin typeface="Tw Cen MT" panose="020B0602020104020603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4FA1E20-F6CD-4EBF-83CD-0E8AE32DF278}"/>
                </a:ext>
              </a:extLst>
            </p:cNvPr>
            <p:cNvSpPr/>
            <p:nvPr/>
          </p:nvSpPr>
          <p:spPr>
            <a:xfrm>
              <a:off x="6096000" y="465447"/>
              <a:ext cx="3166302" cy="2157573"/>
            </a:xfrm>
            <a:custGeom>
              <a:avLst/>
              <a:gdLst>
                <a:gd name="connsiteX0" fmla="*/ 1137652 w 3166302"/>
                <a:gd name="connsiteY0" fmla="*/ 0 h 2157573"/>
                <a:gd name="connsiteX1" fmla="*/ 3099498 w 3166302"/>
                <a:gd name="connsiteY1" fmla="*/ 0 h 2157573"/>
                <a:gd name="connsiteX2" fmla="*/ 3166302 w 3166302"/>
                <a:gd name="connsiteY2" fmla="*/ 3373 h 2157573"/>
                <a:gd name="connsiteX3" fmla="*/ 3166302 w 3166302"/>
                <a:gd name="connsiteY3" fmla="*/ 1023294 h 2157573"/>
                <a:gd name="connsiteX4" fmla="*/ 3099498 w 3166302"/>
                <a:gd name="connsiteY4" fmla="*/ 1019921 h 2157573"/>
                <a:gd name="connsiteX5" fmla="*/ 1137652 w 3166302"/>
                <a:gd name="connsiteY5" fmla="*/ 1019921 h 2157573"/>
                <a:gd name="connsiteX6" fmla="*/ 0 w 3166302"/>
                <a:gd name="connsiteY6" fmla="*/ 2157573 h 2157573"/>
                <a:gd name="connsiteX7" fmla="*/ 0 w 3166302"/>
                <a:gd name="connsiteY7" fmla="*/ 1137652 h 2157573"/>
                <a:gd name="connsiteX8" fmla="*/ 1137652 w 3166302"/>
                <a:gd name="connsiteY8" fmla="*/ 0 h 215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6302" h="2157573">
                  <a:moveTo>
                    <a:pt x="1137652" y="0"/>
                  </a:moveTo>
                  <a:lnTo>
                    <a:pt x="3099498" y="0"/>
                  </a:lnTo>
                  <a:lnTo>
                    <a:pt x="3166302" y="3373"/>
                  </a:lnTo>
                  <a:lnTo>
                    <a:pt x="3166302" y="1023294"/>
                  </a:lnTo>
                  <a:lnTo>
                    <a:pt x="3099498" y="1019921"/>
                  </a:lnTo>
                  <a:lnTo>
                    <a:pt x="1137652" y="1019921"/>
                  </a:lnTo>
                  <a:cubicBezTo>
                    <a:pt x="509344" y="1019921"/>
                    <a:pt x="0" y="1529265"/>
                    <a:pt x="0" y="2157573"/>
                  </a:cubicBezTo>
                  <a:lnTo>
                    <a:pt x="0" y="1137652"/>
                  </a:lnTo>
                  <a:cubicBezTo>
                    <a:pt x="0" y="509344"/>
                    <a:pt x="509344" y="0"/>
                    <a:pt x="1137652" y="0"/>
                  </a:cubicBezTo>
                  <a:close/>
                </a:path>
              </a:pathLst>
            </a:custGeom>
            <a:gradFill>
              <a:gsLst>
                <a:gs pos="36000">
                  <a:srgbClr val="D52454"/>
                </a:gs>
                <a:gs pos="100000">
                  <a:srgbClr val="76142E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68DFBFC-D18F-476F-BCB7-06A947E9E39C}"/>
                </a:ext>
              </a:extLst>
            </p:cNvPr>
            <p:cNvSpPr/>
            <p:nvPr/>
          </p:nvSpPr>
          <p:spPr>
            <a:xfrm>
              <a:off x="8722415" y="465447"/>
              <a:ext cx="1021717" cy="1021717"/>
            </a:xfrm>
            <a:prstGeom prst="ellipse">
              <a:avLst/>
            </a:prstGeom>
            <a:gradFill flip="none" rotWithShape="1">
              <a:gsLst>
                <a:gs pos="37000">
                  <a:srgbClr val="D52454"/>
                </a:gs>
                <a:gs pos="100000">
                  <a:srgbClr val="76142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33400" sx="104000" sy="104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</a:rPr>
                <a:t>01</a:t>
              </a:r>
              <a:endParaRPr lang="en-IN" sz="2800" b="1" dirty="0">
                <a:latin typeface="Tw Cen MT" panose="020B06020201040206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2674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61</Words>
  <Application>Microsoft Office PowerPoint</Application>
  <PresentationFormat>Widescreen</PresentationFormat>
  <Paragraphs>27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Economica</vt:lpstr>
      <vt:lpstr>Tw Cen MT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 Step 3D Square Infographic</dc:title>
  <dc:creator>© Copyright  www.free-ppt-templates-download.com</dc:creator>
  <dc:description>© Copyright  www.free-ppt-templates-download.com</dc:description>
  <cp:lastModifiedBy>Chanda Akshay Kumar</cp:lastModifiedBy>
  <cp:revision>97</cp:revision>
  <dcterms:created xsi:type="dcterms:W3CDTF">2018-01-31T07:11:03Z</dcterms:created>
  <dcterms:modified xsi:type="dcterms:W3CDTF">2024-11-13T15:24:24Z</dcterms:modified>
</cp:coreProperties>
</file>